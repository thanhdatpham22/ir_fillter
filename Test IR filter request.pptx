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7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2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5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1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3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6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4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65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6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DE482-9EB4-406E-8C0F-2680947D161D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7727D-6A4D-481B-ABCE-E9397CCF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0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test IR filter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14137" y="3689962"/>
            <a:ext cx="2025163" cy="706194"/>
          </a:xfrm>
        </p:spPr>
        <p:txBody>
          <a:bodyPr/>
          <a:lstStyle/>
          <a:p>
            <a:r>
              <a:rPr lang="en-US" dirty="0" err="1" smtClean="0"/>
              <a:t>Trần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Tú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94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1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698745"/>
          </a:xfrm>
        </p:spPr>
        <p:txBody>
          <a:bodyPr/>
          <a:lstStyle/>
          <a:p>
            <a:r>
              <a:rPr lang="en-US" dirty="0" smtClean="0"/>
              <a:t>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1283678"/>
            <a:ext cx="10515600" cy="4893285"/>
          </a:xfrm>
        </p:spPr>
        <p:txBody>
          <a:bodyPr/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hồng</a:t>
            </a:r>
            <a:r>
              <a:rPr lang="en-US" dirty="0" smtClean="0"/>
              <a:t> </a:t>
            </a:r>
            <a:r>
              <a:rPr lang="en-US" dirty="0" err="1" smtClean="0"/>
              <a:t>ngoại</a:t>
            </a:r>
            <a:r>
              <a:rPr lang="en-US" dirty="0" smtClean="0"/>
              <a:t>, </a:t>
            </a:r>
            <a:r>
              <a:rPr lang="en-US" dirty="0" err="1" smtClean="0"/>
              <a:t>còi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endParaRPr lang="en-US" dirty="0" smtClean="0"/>
          </a:p>
          <a:p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dirty="0" err="1" smtClean="0"/>
              <a:t>nhấn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giữ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: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2</a:t>
            </a:r>
          </a:p>
          <a:p>
            <a:r>
              <a:rPr lang="en-US" dirty="0" err="1" smtClean="0"/>
              <a:t>Đèn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: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2, 1 </a:t>
            </a:r>
            <a:r>
              <a:rPr lang="en-US" dirty="0" err="1" smtClean="0"/>
              <a:t>xanh</a:t>
            </a:r>
            <a:r>
              <a:rPr lang="en-US" dirty="0" smtClean="0"/>
              <a:t> – 1 </a:t>
            </a:r>
            <a:r>
              <a:rPr lang="en-US" dirty="0" err="1" smtClean="0"/>
              <a:t>đỏ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34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777876"/>
          </a:xfrm>
        </p:spPr>
        <p:txBody>
          <a:bodyPr/>
          <a:lstStyle/>
          <a:p>
            <a:r>
              <a:rPr lang="en-US" dirty="0" smtClean="0"/>
              <a:t>Calibration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1230923"/>
            <a:ext cx="3918436" cy="4946040"/>
          </a:xfrm>
        </p:spPr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endParaRPr lang="en-US" dirty="0" smtClean="0"/>
          </a:p>
          <a:p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: </a:t>
            </a:r>
            <a:r>
              <a:rPr lang="en-US" dirty="0" err="1" smtClean="0"/>
              <a:t>calib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ca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(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calib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88" name="Group 87"/>
          <p:cNvGrpSpPr/>
          <p:nvPr/>
        </p:nvGrpSpPr>
        <p:grpSpPr>
          <a:xfrm>
            <a:off x="5181594" y="246430"/>
            <a:ext cx="4885596" cy="6332647"/>
            <a:chOff x="5181594" y="246430"/>
            <a:chExt cx="4885596" cy="6332647"/>
          </a:xfrm>
        </p:grpSpPr>
        <p:sp>
          <p:nvSpPr>
            <p:cNvPr id="4" name="Oval 3"/>
            <p:cNvSpPr/>
            <p:nvPr/>
          </p:nvSpPr>
          <p:spPr>
            <a:xfrm>
              <a:off x="5613887" y="246430"/>
              <a:ext cx="1332036" cy="42248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Bật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nguồn</a:t>
              </a:r>
              <a:endParaRPr lang="en-US" sz="1400" dirty="0"/>
            </a:p>
          </p:txBody>
        </p:sp>
        <p:sp>
          <p:nvSpPr>
            <p:cNvPr id="5" name="Flowchart: Data 4"/>
            <p:cNvSpPr/>
            <p:nvPr/>
          </p:nvSpPr>
          <p:spPr>
            <a:xfrm>
              <a:off x="5354512" y="890834"/>
              <a:ext cx="1846383" cy="370862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Đặt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mẫu</a:t>
              </a:r>
              <a:r>
                <a:rPr lang="en-US" sz="1400" dirty="0" smtClean="0"/>
                <a:t> OK</a:t>
              </a:r>
              <a:endParaRPr lang="en-US" sz="1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332531" y="1506529"/>
              <a:ext cx="1890347" cy="553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Nhấn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nút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lấy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mẫu</a:t>
              </a:r>
              <a:r>
                <a:rPr lang="en-US" sz="1400" dirty="0" smtClean="0"/>
                <a:t> OK </a:t>
              </a:r>
              <a:r>
                <a:rPr lang="en-US" sz="1400" dirty="0" err="1" smtClean="0"/>
                <a:t>trong</a:t>
              </a:r>
              <a:r>
                <a:rPr lang="en-US" sz="1400" dirty="0" smtClean="0"/>
                <a:t> 3s</a:t>
              </a:r>
              <a:endParaRPr lang="en-US" sz="1400" dirty="0"/>
            </a:p>
          </p:txBody>
        </p:sp>
        <p:sp>
          <p:nvSpPr>
            <p:cNvPr id="7" name="Flowchart: Decision 6"/>
            <p:cNvSpPr/>
            <p:nvPr/>
          </p:nvSpPr>
          <p:spPr>
            <a:xfrm>
              <a:off x="5249002" y="2288642"/>
              <a:ext cx="2057401" cy="41864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Thành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công</a:t>
              </a:r>
              <a:endParaRPr lang="en-US" sz="1400" dirty="0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5357732" y="3544420"/>
              <a:ext cx="1839938" cy="358729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Đặt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mẫu</a:t>
              </a:r>
              <a:r>
                <a:rPr lang="en-US" sz="1400" dirty="0" smtClean="0"/>
                <a:t> NG</a:t>
              </a:r>
              <a:endParaRPr lang="en-US" sz="1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225407" y="2927788"/>
              <a:ext cx="2104589" cy="370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nháy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xanh</a:t>
              </a:r>
              <a:r>
                <a:rPr lang="en-US" sz="1400" dirty="0" smtClean="0"/>
                <a:t>, save OK</a:t>
              </a:r>
              <a:endParaRPr lang="en-US" sz="14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35464" y="4152348"/>
              <a:ext cx="1890347" cy="553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Nhấn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nút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lấy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mẫu</a:t>
              </a:r>
              <a:r>
                <a:rPr lang="en-US" sz="1400" dirty="0" smtClean="0"/>
                <a:t> NG </a:t>
              </a:r>
              <a:r>
                <a:rPr lang="en-US" sz="1400" dirty="0" err="1" smtClean="0"/>
                <a:t>trong</a:t>
              </a:r>
              <a:r>
                <a:rPr lang="en-US" sz="1400" dirty="0" smtClean="0"/>
                <a:t> 3s</a:t>
              </a:r>
              <a:endParaRPr lang="en-US" sz="1400" dirty="0"/>
            </a:p>
          </p:txBody>
        </p:sp>
        <p:sp>
          <p:nvSpPr>
            <p:cNvPr id="11" name="Flowchart: Decision 10"/>
            <p:cNvSpPr/>
            <p:nvPr/>
          </p:nvSpPr>
          <p:spPr>
            <a:xfrm>
              <a:off x="5181594" y="4900131"/>
              <a:ext cx="2192213" cy="439159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Thành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công</a:t>
              </a:r>
              <a:endParaRPr lang="en-US" sz="14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13346" y="5583248"/>
              <a:ext cx="2145325" cy="3252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nháy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xanh</a:t>
              </a:r>
              <a:r>
                <a:rPr lang="en-US" sz="1400" dirty="0" smtClean="0"/>
                <a:t>, save NG</a:t>
              </a:r>
              <a:endParaRPr lang="en-US" sz="1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22207" y="4842752"/>
              <a:ext cx="2145325" cy="553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Báo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còi</a:t>
              </a:r>
              <a:r>
                <a:rPr lang="en-US" sz="1400" dirty="0" smtClean="0"/>
                <a:t> + </a:t>
              </a:r>
            </a:p>
            <a:p>
              <a:pPr algn="ctr"/>
              <a:r>
                <a:rPr lang="en-US" sz="1400" dirty="0" err="1" smtClean="0"/>
                <a:t>nháy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đỏ</a:t>
              </a:r>
              <a:endParaRPr lang="en-US" sz="1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921865" y="2220503"/>
              <a:ext cx="2145325" cy="553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Báo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còi</a:t>
              </a:r>
              <a:r>
                <a:rPr lang="en-US" sz="1400" dirty="0" smtClean="0"/>
                <a:t> + </a:t>
              </a:r>
            </a:p>
            <a:p>
              <a:pPr algn="ctr"/>
              <a:r>
                <a:rPr lang="en-US" sz="1400" dirty="0" err="1" smtClean="0"/>
                <a:t>nháy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đỏ</a:t>
              </a:r>
              <a:endParaRPr lang="en-US" sz="1400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5619990" y="6156588"/>
              <a:ext cx="1332036" cy="42248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</a:t>
              </a:r>
              <a:r>
                <a:rPr lang="en-US" sz="1400" dirty="0" smtClean="0"/>
                <a:t>alibrated</a:t>
              </a:r>
              <a:endParaRPr lang="en-US" sz="1400" dirty="0"/>
            </a:p>
          </p:txBody>
        </p:sp>
        <p:cxnSp>
          <p:nvCxnSpPr>
            <p:cNvPr id="17" name="Straight Arrow Connector 16"/>
            <p:cNvCxnSpPr>
              <a:stCxn id="4" idx="4"/>
              <a:endCxn id="5" idx="1"/>
            </p:cNvCxnSpPr>
            <p:nvPr/>
          </p:nvCxnSpPr>
          <p:spPr>
            <a:xfrm flipH="1">
              <a:off x="6277704" y="668919"/>
              <a:ext cx="2201" cy="221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4"/>
              <a:endCxn id="6" idx="0"/>
            </p:cNvCxnSpPr>
            <p:nvPr/>
          </p:nvCxnSpPr>
          <p:spPr>
            <a:xfrm>
              <a:off x="6277704" y="1261696"/>
              <a:ext cx="1" cy="2448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6" idx="2"/>
              <a:endCxn id="7" idx="0"/>
            </p:cNvCxnSpPr>
            <p:nvPr/>
          </p:nvCxnSpPr>
          <p:spPr>
            <a:xfrm flipH="1">
              <a:off x="6277703" y="2060444"/>
              <a:ext cx="2" cy="2281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7" idx="2"/>
              <a:endCxn id="9" idx="0"/>
            </p:cNvCxnSpPr>
            <p:nvPr/>
          </p:nvCxnSpPr>
          <p:spPr>
            <a:xfrm flipH="1">
              <a:off x="6277702" y="2707282"/>
              <a:ext cx="1" cy="2205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9" idx="2"/>
              <a:endCxn id="8" idx="1"/>
            </p:cNvCxnSpPr>
            <p:nvPr/>
          </p:nvCxnSpPr>
          <p:spPr>
            <a:xfrm flipH="1">
              <a:off x="6277701" y="3298308"/>
              <a:ext cx="1" cy="2461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8" idx="4"/>
              <a:endCxn id="10" idx="0"/>
            </p:cNvCxnSpPr>
            <p:nvPr/>
          </p:nvCxnSpPr>
          <p:spPr>
            <a:xfrm>
              <a:off x="6277701" y="3903149"/>
              <a:ext cx="2937" cy="2491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0" idx="2"/>
              <a:endCxn id="11" idx="0"/>
            </p:cNvCxnSpPr>
            <p:nvPr/>
          </p:nvCxnSpPr>
          <p:spPr>
            <a:xfrm flipH="1">
              <a:off x="6277701" y="4706263"/>
              <a:ext cx="2937" cy="193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1" idx="2"/>
              <a:endCxn id="12" idx="0"/>
            </p:cNvCxnSpPr>
            <p:nvPr/>
          </p:nvCxnSpPr>
          <p:spPr>
            <a:xfrm>
              <a:off x="6277701" y="5339290"/>
              <a:ext cx="8308" cy="243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7" idx="3"/>
              <a:endCxn id="14" idx="1"/>
            </p:cNvCxnSpPr>
            <p:nvPr/>
          </p:nvCxnSpPr>
          <p:spPr>
            <a:xfrm flipV="1">
              <a:off x="7306403" y="2497461"/>
              <a:ext cx="615462" cy="5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1" idx="3"/>
              <a:endCxn id="13" idx="1"/>
            </p:cNvCxnSpPr>
            <p:nvPr/>
          </p:nvCxnSpPr>
          <p:spPr>
            <a:xfrm flipV="1">
              <a:off x="7373807" y="5119710"/>
              <a:ext cx="44840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46"/>
            <p:cNvCxnSpPr>
              <a:stCxn id="14" idx="0"/>
              <a:endCxn id="6" idx="3"/>
            </p:cNvCxnSpPr>
            <p:nvPr/>
          </p:nvCxnSpPr>
          <p:spPr>
            <a:xfrm rot="16200000" flipV="1">
              <a:off x="7890195" y="1116170"/>
              <a:ext cx="437016" cy="177165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lbow Connector 49"/>
            <p:cNvCxnSpPr>
              <a:stCxn id="13" idx="0"/>
              <a:endCxn id="10" idx="3"/>
            </p:cNvCxnSpPr>
            <p:nvPr/>
          </p:nvCxnSpPr>
          <p:spPr>
            <a:xfrm rot="16200000" flipV="1">
              <a:off x="7853618" y="3801499"/>
              <a:ext cx="413446" cy="166905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2" idx="2"/>
              <a:endCxn id="15" idx="0"/>
            </p:cNvCxnSpPr>
            <p:nvPr/>
          </p:nvCxnSpPr>
          <p:spPr>
            <a:xfrm flipH="1">
              <a:off x="6286008" y="5908493"/>
              <a:ext cx="1" cy="248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6264382" y="2659162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</a:t>
              </a:r>
              <a:endParaRPr lang="en-US" sz="1400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277700" y="5300157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</a:t>
              </a:r>
              <a:endParaRPr lang="en-US" sz="1400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411504" y="2203536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</a:t>
              </a:r>
              <a:endParaRPr lang="en-US" sz="1400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387593" y="4842752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687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52289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1134208"/>
            <a:ext cx="3830513" cy="5042755"/>
          </a:xfrm>
        </p:spPr>
        <p:txBody>
          <a:bodyPr/>
          <a:lstStyle/>
          <a:p>
            <a:r>
              <a:rPr lang="en-US" dirty="0" err="1" smtClean="0"/>
              <a:t>Có</a:t>
            </a:r>
            <a:r>
              <a:rPr lang="en-US" dirty="0" smtClean="0"/>
              <a:t> 4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1,2,3,4, chia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2 </a:t>
            </a:r>
            <a:r>
              <a:rPr lang="en-US" dirty="0" err="1" smtClean="0"/>
              <a:t>mắt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,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mắt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 2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endParaRPr lang="en-US" dirty="0" smtClean="0"/>
          </a:p>
          <a:p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1,3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tia</a:t>
            </a:r>
            <a:r>
              <a:rPr lang="en-US" dirty="0" smtClean="0"/>
              <a:t> </a:t>
            </a:r>
            <a:r>
              <a:rPr lang="en-US" dirty="0" err="1" smtClean="0"/>
              <a:t>hồng</a:t>
            </a:r>
            <a:r>
              <a:rPr lang="en-US" smtClean="0"/>
              <a:t> ngoại</a:t>
            </a:r>
            <a:r>
              <a:rPr lang="en-US" dirty="0" smtClean="0"/>
              <a:t>. </a:t>
            </a:r>
            <a:r>
              <a:rPr lang="en-US" dirty="0" err="1" smtClean="0"/>
              <a:t>Kí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IR1, IR2</a:t>
            </a:r>
          </a:p>
          <a:p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2,4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, </a:t>
            </a:r>
            <a:r>
              <a:rPr lang="en-US" dirty="0" err="1" smtClean="0"/>
              <a:t>kí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FT1, FT2</a:t>
            </a:r>
          </a:p>
          <a:p>
            <a:endParaRPr lang="en-US" dirty="0"/>
          </a:p>
        </p:txBody>
      </p:sp>
      <p:grpSp>
        <p:nvGrpSpPr>
          <p:cNvPr id="121" name="Group 120"/>
          <p:cNvGrpSpPr/>
          <p:nvPr/>
        </p:nvGrpSpPr>
        <p:grpSpPr>
          <a:xfrm>
            <a:off x="4914580" y="612638"/>
            <a:ext cx="7017591" cy="5216517"/>
            <a:chOff x="4914580" y="612638"/>
            <a:chExt cx="7017591" cy="5216517"/>
          </a:xfrm>
        </p:grpSpPr>
        <p:sp>
          <p:nvSpPr>
            <p:cNvPr id="4" name="Oval 3"/>
            <p:cNvSpPr/>
            <p:nvPr/>
          </p:nvSpPr>
          <p:spPr>
            <a:xfrm>
              <a:off x="5566718" y="612638"/>
              <a:ext cx="1253841" cy="42248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Bật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nguồn</a:t>
              </a:r>
              <a:endParaRPr lang="en-US" sz="1400" dirty="0"/>
            </a:p>
          </p:txBody>
        </p:sp>
        <p:sp>
          <p:nvSpPr>
            <p:cNvPr id="5" name="Flowchart: Data 4"/>
            <p:cNvSpPr/>
            <p:nvPr/>
          </p:nvSpPr>
          <p:spPr>
            <a:xfrm>
              <a:off x="5277573" y="1973118"/>
              <a:ext cx="1837309" cy="370862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Đặt</a:t>
              </a:r>
              <a:r>
                <a:rPr lang="en-US" sz="1400" dirty="0" smtClean="0"/>
                <a:t> con </a:t>
              </a:r>
              <a:r>
                <a:rPr lang="en-US" sz="1400" dirty="0" err="1" smtClean="0"/>
                <a:t>hàng</a:t>
              </a:r>
              <a:endParaRPr lang="en-US" sz="1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874029" y="5275239"/>
              <a:ext cx="1779378" cy="553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Báo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xanh</a:t>
              </a:r>
              <a:endParaRPr lang="en-US" sz="1400" dirty="0"/>
            </a:p>
          </p:txBody>
        </p:sp>
        <p:sp>
          <p:nvSpPr>
            <p:cNvPr id="7" name="Flowchart: Decision 6"/>
            <p:cNvSpPr/>
            <p:nvPr/>
          </p:nvSpPr>
          <p:spPr>
            <a:xfrm>
              <a:off x="7706436" y="2802908"/>
              <a:ext cx="2114565" cy="70137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IR1 = true&amp; IR2= true</a:t>
              </a:r>
              <a:endParaRPr lang="en-US" sz="1400" dirty="0"/>
            </a:p>
          </p:txBody>
        </p:sp>
        <p:sp>
          <p:nvSpPr>
            <p:cNvPr id="8" name="Flowchart: Decision 7"/>
            <p:cNvSpPr/>
            <p:nvPr/>
          </p:nvSpPr>
          <p:spPr>
            <a:xfrm>
              <a:off x="5130297" y="2802908"/>
              <a:ext cx="2114566" cy="70137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IR1 = false&amp; IR2= false</a:t>
              </a:r>
              <a:endParaRPr lang="en-US" sz="1400" dirty="0"/>
            </a:p>
          </p:txBody>
        </p:sp>
        <p:sp>
          <p:nvSpPr>
            <p:cNvPr id="9" name="Flowchart: Decision 8"/>
            <p:cNvSpPr/>
            <p:nvPr/>
          </p:nvSpPr>
          <p:spPr>
            <a:xfrm>
              <a:off x="7706435" y="3981846"/>
              <a:ext cx="2114566" cy="70137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FT1 = true&amp; FT2= true</a:t>
              </a:r>
              <a:endParaRPr lang="en-US" sz="14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152793" y="5275240"/>
              <a:ext cx="1779378" cy="5539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Báo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đỏ</a:t>
              </a:r>
              <a:r>
                <a:rPr lang="en-US" sz="1400" dirty="0" smtClean="0"/>
                <a:t>, </a:t>
              </a:r>
              <a:r>
                <a:rPr lang="en-US" sz="1400" dirty="0" err="1" smtClean="0"/>
                <a:t>báo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còi</a:t>
              </a:r>
              <a:r>
                <a:rPr lang="en-US" sz="1400" dirty="0" smtClean="0"/>
                <a:t> NG</a:t>
              </a:r>
              <a:endParaRPr lang="en-US" sz="1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95158" y="4139265"/>
              <a:ext cx="1779378" cy="3589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Tắt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các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đèn</a:t>
              </a:r>
              <a:r>
                <a:rPr lang="en-US" sz="1400" dirty="0" smtClean="0"/>
                <a:t>, </a:t>
              </a:r>
              <a:r>
                <a:rPr lang="en-US" sz="1400" dirty="0" err="1" smtClean="0"/>
                <a:t>tắt</a:t>
              </a:r>
              <a:r>
                <a:rPr lang="en-US" sz="1400" dirty="0" smtClean="0"/>
                <a:t> </a:t>
              </a:r>
              <a:r>
                <a:rPr lang="en-US" sz="1400" dirty="0" err="1" smtClean="0"/>
                <a:t>còi</a:t>
              </a:r>
              <a:endParaRPr lang="en-US" sz="1400" dirty="0"/>
            </a:p>
          </p:txBody>
        </p:sp>
        <p:cxnSp>
          <p:nvCxnSpPr>
            <p:cNvPr id="14" name="Straight Arrow Connector 13"/>
            <p:cNvCxnSpPr>
              <a:stCxn id="4" idx="4"/>
              <a:endCxn id="116" idx="0"/>
            </p:cNvCxnSpPr>
            <p:nvPr/>
          </p:nvCxnSpPr>
          <p:spPr>
            <a:xfrm flipH="1">
              <a:off x="6192958" y="1035127"/>
              <a:ext cx="681" cy="279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8" idx="2"/>
              <a:endCxn id="11" idx="0"/>
            </p:cNvCxnSpPr>
            <p:nvPr/>
          </p:nvCxnSpPr>
          <p:spPr>
            <a:xfrm flipH="1">
              <a:off x="6184847" y="3504278"/>
              <a:ext cx="2733" cy="634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5" idx="4"/>
              <a:endCxn id="8" idx="0"/>
            </p:cNvCxnSpPr>
            <p:nvPr/>
          </p:nvCxnSpPr>
          <p:spPr>
            <a:xfrm flipH="1">
              <a:off x="6187580" y="2343980"/>
              <a:ext cx="8648" cy="4589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8" idx="3"/>
              <a:endCxn id="7" idx="1"/>
            </p:cNvCxnSpPr>
            <p:nvPr/>
          </p:nvCxnSpPr>
          <p:spPr>
            <a:xfrm>
              <a:off x="7244863" y="3153593"/>
              <a:ext cx="4615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" idx="2"/>
              <a:endCxn id="9" idx="0"/>
            </p:cNvCxnSpPr>
            <p:nvPr/>
          </p:nvCxnSpPr>
          <p:spPr>
            <a:xfrm flipH="1">
              <a:off x="8763718" y="3504278"/>
              <a:ext cx="1" cy="477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9" idx="2"/>
              <a:endCxn id="6" idx="0"/>
            </p:cNvCxnSpPr>
            <p:nvPr/>
          </p:nvCxnSpPr>
          <p:spPr>
            <a:xfrm>
              <a:off x="8763718" y="4683216"/>
              <a:ext cx="0" cy="5920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/>
            <p:cNvCxnSpPr>
              <a:stCxn id="9" idx="3"/>
            </p:cNvCxnSpPr>
            <p:nvPr/>
          </p:nvCxnSpPr>
          <p:spPr>
            <a:xfrm>
              <a:off x="9821001" y="4332531"/>
              <a:ext cx="1221481" cy="94270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/>
            <p:cNvCxnSpPr>
              <a:stCxn id="7" idx="3"/>
            </p:cNvCxnSpPr>
            <p:nvPr/>
          </p:nvCxnSpPr>
          <p:spPr>
            <a:xfrm>
              <a:off x="9821001" y="3153593"/>
              <a:ext cx="1221481" cy="212164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Elbow Connector 90"/>
            <p:cNvCxnSpPr>
              <a:stCxn id="10" idx="2"/>
              <a:endCxn id="5" idx="2"/>
            </p:cNvCxnSpPr>
            <p:nvPr/>
          </p:nvCxnSpPr>
          <p:spPr>
            <a:xfrm rot="5400000" flipH="1">
              <a:off x="6416590" y="1203263"/>
              <a:ext cx="3670606" cy="5581178"/>
            </a:xfrm>
            <a:prstGeom prst="bentConnector4">
              <a:avLst>
                <a:gd name="adj1" fmla="val -6228"/>
                <a:gd name="adj2" fmla="val 11006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11" idx="1"/>
            </p:cNvCxnSpPr>
            <p:nvPr/>
          </p:nvCxnSpPr>
          <p:spPr>
            <a:xfrm flipH="1">
              <a:off x="4914580" y="4318751"/>
              <a:ext cx="3805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" idx="1"/>
            </p:cNvCxnSpPr>
            <p:nvPr/>
          </p:nvCxnSpPr>
          <p:spPr>
            <a:xfrm flipH="1" flipV="1">
              <a:off x="4914580" y="5552196"/>
              <a:ext cx="295944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/>
            <p:cNvSpPr txBox="1"/>
            <p:nvPr/>
          </p:nvSpPr>
          <p:spPr>
            <a:xfrm>
              <a:off x="6121472" y="3603737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</a:t>
              </a:r>
              <a:endParaRPr lang="en-US" sz="1400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8760845" y="3569522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</a:t>
              </a:r>
              <a:endParaRPr lang="en-US" sz="1400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729156" y="4813574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</a:t>
              </a:r>
              <a:endParaRPr lang="en-US" sz="1400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274593" y="2909193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0125520" y="2886174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0085623" y="4067244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5303269" y="1314346"/>
              <a:ext cx="1779378" cy="3589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Đọc</a:t>
              </a:r>
              <a:r>
                <a:rPr lang="en-US" sz="1400" dirty="0" smtClean="0"/>
                <a:t> threshold</a:t>
              </a:r>
              <a:endParaRPr lang="en-US" sz="1400" dirty="0"/>
            </a:p>
          </p:txBody>
        </p:sp>
        <p:cxnSp>
          <p:nvCxnSpPr>
            <p:cNvPr id="118" name="Straight Arrow Connector 117"/>
            <p:cNvCxnSpPr>
              <a:stCxn id="116" idx="2"/>
              <a:endCxn id="5" idx="1"/>
            </p:cNvCxnSpPr>
            <p:nvPr/>
          </p:nvCxnSpPr>
          <p:spPr>
            <a:xfrm>
              <a:off x="6192958" y="1673318"/>
              <a:ext cx="3270" cy="299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934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233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Yêu cầu máy test IR filter</vt:lpstr>
      <vt:lpstr>Thành viên:</vt:lpstr>
      <vt:lpstr>Hardware</vt:lpstr>
      <vt:lpstr>Calibration</vt:lpstr>
      <vt:lpstr>Testing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Yêu cầu máy test IR filter</dc:title>
  <dc:creator>TuPC</dc:creator>
  <cp:lastModifiedBy>Admin</cp:lastModifiedBy>
  <cp:revision>8</cp:revision>
  <dcterms:created xsi:type="dcterms:W3CDTF">2025-12-19T02:01:12Z</dcterms:created>
  <dcterms:modified xsi:type="dcterms:W3CDTF">2025-12-31T04:39:32Z</dcterms:modified>
</cp:coreProperties>
</file>